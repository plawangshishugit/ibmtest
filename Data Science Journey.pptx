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6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lawangshishugit/ibmtes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lawangshishugit/ibmte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8" y="4300220"/>
            <a:ext cx="10253981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Plawang Shishu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https://github.com/plawangshishugit/ibmtest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1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/0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4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/202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24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276229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254364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2567369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133818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288540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935513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https://github.com/plawangshishugit/ibmtest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2559</Words>
  <Application>Microsoft Office PowerPoint</Application>
  <PresentationFormat>Widescreen</PresentationFormat>
  <Paragraphs>266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Plawang Shishu</dc:creator>
  <cp:lastModifiedBy>Plawang Shishu</cp:lastModifiedBy>
  <cp:revision>8</cp:revision>
  <dcterms:created xsi:type="dcterms:W3CDTF">2021-08-26T16:53:12Z</dcterms:created>
  <dcterms:modified xsi:type="dcterms:W3CDTF">2025-04-21T17:57:31Z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